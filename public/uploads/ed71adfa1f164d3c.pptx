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Antigravity Vibe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 overview and approach to building modern software experiences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Antigravity Vibe Coding?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conceptual development philosophy focused on removing friction in software creation.</a:t>
            </a:r>
          </a:p>
          <a:p>
            <a:r>
              <a:t>It emphasizes flow-state coding, lightweight architectures, and rapid iteration.</a:t>
            </a:r>
          </a:p>
          <a:p>
            <a:r>
              <a:t>The goal is to make development feel effortless—like coding without gravity.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Flow-first development mindset</a:t>
            </a:r>
          </a:p>
          <a:p>
            <a:r>
              <a:t>Minimal friction in tooling and workflow</a:t>
            </a:r>
          </a:p>
          <a:p>
            <a:r>
              <a:t>Rapid prototyping and iteration</a:t>
            </a:r>
          </a:p>
          <a:p>
            <a:r>
              <a:t>Developer creativity over rigid processes</a:t>
            </a:r>
          </a:p>
          <a:p>
            <a:r>
              <a:t>Automation wherever possible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 frameworks</a:t>
            </a:r>
          </a:p>
          <a:p>
            <a:r>
              <a:t>Cloud-native infrastructure</a:t>
            </a:r>
          </a:p>
          <a:p>
            <a:r>
              <a:t>Automation pipelines</a:t>
            </a:r>
          </a:p>
          <a:p>
            <a:r>
              <a:t>AI-assisted development</a:t>
            </a:r>
          </a:p>
          <a:p>
            <a:r>
              <a:t>Continuous feedback loops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Development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/ Flutter</a:t>
            </a:r>
          </a:p>
          <a:p>
            <a:r>
              <a:t>Backend: Node.js / PHP / Python</a:t>
            </a:r>
          </a:p>
          <a:p>
            <a:r>
              <a:t>Data: Cloud databases</a:t>
            </a:r>
          </a:p>
          <a:p>
            <a:r>
              <a:t>Deployment: CI/CD pipelines</a:t>
            </a:r>
          </a:p>
          <a:p>
            <a:r>
              <a:t>Collaboration: Git-based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 → Rapid Prototype</a:t>
            </a:r>
          </a:p>
          <a:p>
            <a:r>
              <a:t>Prototype → User Feedback</a:t>
            </a:r>
          </a:p>
          <a:p>
            <a:r>
              <a:t>Feedback → Iteration</a:t>
            </a:r>
          </a:p>
          <a:p>
            <a:r>
              <a:t>Iteration → Automation</a:t>
            </a:r>
          </a:p>
          <a:p>
            <a:r>
              <a:t>Automation → Scalable Product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product development</a:t>
            </a:r>
          </a:p>
          <a:p>
            <a:r>
              <a:t>Reduced developer burnout</a:t>
            </a:r>
          </a:p>
          <a:p>
            <a:r>
              <a:t>Higher creativity in solutions</a:t>
            </a:r>
          </a:p>
          <a:p>
            <a:r>
              <a:t>Quick experimentation</a:t>
            </a:r>
          </a:p>
          <a:p>
            <a:r>
              <a:t>Scalable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Startup MVP development</a:t>
            </a:r>
          </a:p>
          <a:p>
            <a:r>
              <a:t>Internal innovation labs</a:t>
            </a:r>
          </a:p>
          <a:p>
            <a:r>
              <a:t>Experimental product teams</a:t>
            </a:r>
          </a:p>
          <a:p>
            <a:r>
              <a:t>AI-assisted software development</a:t>
            </a:r>
          </a:p>
          <a:p>
            <a:r>
              <a:t>Rapid SaaS product creation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Adopt modular architecture</a:t>
            </a:r>
          </a:p>
          <a:p>
            <a:r>
              <a:t>Invest in automation and DevOps</a:t>
            </a:r>
          </a:p>
          <a:p>
            <a:r>
              <a:t>Encourage experimental culture</a:t>
            </a:r>
          </a:p>
          <a:p>
            <a:r>
              <a:t>Leverage AI tools in development</a:t>
            </a:r>
          </a:p>
          <a:p>
            <a:r>
              <a:t>Maintain lean project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Antigravity Vibe Coding represents a mindset shift.</a:t>
            </a:r>
          </a:p>
          <a:p>
            <a:r>
              <a:t>By reducing friction and embracing experimentation,</a:t>
            </a:r>
          </a:p>
          <a:p>
            <a:r>
              <a:t>teams can innovate faster and build products that evolve continuously.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